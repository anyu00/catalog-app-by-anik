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Catalog App | Screenshot Guide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106984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19202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3A8A"/>
                </a:solidFill>
              </a:rPr>
              <a:t>Catalog App Usage Guide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188720" y="274320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Screenshot-Based | Easy Steps for Customers and Admins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32461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Part 1: Customer | Part 2: Admin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4114800"/>
            <a:ext cx="9784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Tip: Replace each gray area with real app screenshots before sharing.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Catalog App | Screenshot Guide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058400" y="128016"/>
            <a:ext cx="1828800" cy="329184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0" y="1828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CUSTOMER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05840" y="1463040"/>
            <a:ext cx="101498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42316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Part 1: Customer Guide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371600" y="320040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How to search catalogs, place orders, and track status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Catalog App | Screenshot Guide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058400" y="128016"/>
            <a:ext cx="1828800" cy="329184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0" y="1828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CUSTOMER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960120"/>
            <a:ext cx="78181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463040"/>
            <a:ext cx="7269480" cy="452628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3566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Insert screenshot here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124712"/>
            <a:ext cx="7269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Login screen and successful sign-in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549640" y="960120"/>
            <a:ext cx="315468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0" y="11887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How to Login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778240" y="1600200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1. Enter your email and password.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778240" y="2167128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2. Click Login and wait for the dashboard.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778240" y="2734056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3. If login fails, check password and try again.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78240" y="3300984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4. Contact admin if your account is inactive.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Catalog App | Screenshot Guide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058400" y="128016"/>
            <a:ext cx="1828800" cy="329184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0" y="1828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CUSTOMER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960120"/>
            <a:ext cx="78181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463040"/>
            <a:ext cx="7269480" cy="452628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3566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Insert screenshot here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124712"/>
            <a:ext cx="7269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Order page (注文) with catalog cards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549640" y="960120"/>
            <a:ext cx="315468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0" y="11887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Browse Catalogs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778240" y="1600200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1. Use the search box to find a catalog.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778240" y="2167128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2. Check stock shown under each card.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778240" y="2734056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3. Click a card to open order details.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78240" y="3300984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4. Long names are fully visible now.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Catalog App | Screenshot Guide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058400" y="128016"/>
            <a:ext cx="1828800" cy="329184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0" y="1828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CUSTOMER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960120"/>
            <a:ext cx="78181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463040"/>
            <a:ext cx="7269480" cy="452628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3566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Insert screenshot here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124712"/>
            <a:ext cx="7269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Add-to-cart modal for selected catalog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549640" y="960120"/>
            <a:ext cx="315468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0" y="11887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Add to Cart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778240" y="1600200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1. Set quantity and requester information.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778240" y="2167128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2. Review delivery address and message.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778240" y="2734056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3. Click Add/Confirm to place item in cart.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78240" y="3300984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4. Repeat for additional catalogs.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Catalog App | Screenshot Guide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058400" y="128016"/>
            <a:ext cx="1828800" cy="329184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0" y="1828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CUSTOMER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960120"/>
            <a:ext cx="78181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463040"/>
            <a:ext cx="7269480" cy="452628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3566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Insert screenshot here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124712"/>
            <a:ext cx="7269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Cart panel and checkout action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549640" y="960120"/>
            <a:ext cx="315468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0" y="11887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Checkout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778240" y="1600200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1. Review items and quantities in cart.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778240" y="2167128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2. Use Remove/Clear if needed.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778240" y="2734056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3. Click 一括注文 to submit all items.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78240" y="3300984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4. Wait for success confirmation.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Catalog App | Screenshot Guide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058400" y="128016"/>
            <a:ext cx="1828800" cy="329184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0" y="1828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CUSTOMER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960120"/>
            <a:ext cx="78181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463040"/>
            <a:ext cx="7269480" cy="452628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3566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Insert screenshot here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124712"/>
            <a:ext cx="7269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My Page status timeline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549640" y="960120"/>
            <a:ext cx="315468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0" y="11887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Track Your Orders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778240" y="1600200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1. Open My Page from the user profile area.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778240" y="2167128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2. Check current status for each order.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778240" y="2734056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3. Review status timeline with timestamps.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78240" y="3300984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4. Use tracking ID if available.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Catalog App | Screenshot Guide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058400" y="128016"/>
            <a:ext cx="182880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0" y="1828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ADMIN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05840" y="1463040"/>
            <a:ext cx="101498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42316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Part 2: Admin Guide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371600" y="320040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How to manage users, catalogs, orders, and status history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Catalog App | Screenshot Guide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058400" y="128016"/>
            <a:ext cx="182880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0" y="1828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ADMIN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960120"/>
            <a:ext cx="78181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463040"/>
            <a:ext cx="7269480" cy="452628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3566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Insert screenshot here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124712"/>
            <a:ext cx="7269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Admin settings tab (設定)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549640" y="960120"/>
            <a:ext cx="315468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0" y="11887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Open Admin Panel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778240" y="1600200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1. Go to 設定 from the top menu.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778240" y="2167128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2. Switch between Users and Settings tabs.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778240" y="2734056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3. Use only admin account for sensitive actions.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78240" y="3300984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4. Avoid deleting data unless necessary.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Catalog App | Screenshot Guide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058400" y="128016"/>
            <a:ext cx="182880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0" y="1828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ADMIN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960120"/>
            <a:ext cx="78181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463040"/>
            <a:ext cx="7269480" cy="452628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3566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Insert screenshot here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124712"/>
            <a:ext cx="7269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Users table and permission editor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549640" y="960120"/>
            <a:ext cx="315468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0" y="11887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Manage Users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778240" y="1600200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1. Select a user from the user list.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778240" y="2167128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2. Update role and active status.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778240" y="2734056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3. Adjust permissions carefully.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78240" y="3300984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4. Save and verify access immediately.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Catalog App | Screenshot Guide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058400" y="128016"/>
            <a:ext cx="182880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0" y="1828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ADMIN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960120"/>
            <a:ext cx="78181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463040"/>
            <a:ext cx="7269480" cy="452628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3566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Insert screenshot here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124712"/>
            <a:ext cx="7269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Catalog names and image management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549640" y="960120"/>
            <a:ext cx="315468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0" y="11887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Manage Catalog Data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778240" y="1600200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1. Add/edit/delete catalog names.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778240" y="2167128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2. Update catalog image URLs.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778240" y="2734056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3. Confirm changes in Order page cards.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78240" y="3300984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4. Avoid duplicate names.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Catalog App | Screenshot Guide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058400" y="128016"/>
            <a:ext cx="182880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0" y="1828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ADMIN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960120"/>
            <a:ext cx="78181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463040"/>
            <a:ext cx="7269480" cy="452628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3566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Insert screenshot here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124712"/>
            <a:ext cx="7269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Ledger (台帳) with order/inventory history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549640" y="960120"/>
            <a:ext cx="315468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0" y="11887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Use Ledger Safely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778240" y="1600200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1. Review inventory and order rows together.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778240" y="2167128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2. Canceled orders are pink and excluded from stock totals.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778240" y="2734056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3. Update status from dropdown when needed.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78240" y="3300984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4. Check history to confirm updates.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Catalog App | Screenshot Guide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058400" y="128016"/>
            <a:ext cx="182880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0" y="1828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ADMIN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960120"/>
            <a:ext cx="78181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463040"/>
            <a:ext cx="7269480" cy="452628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3566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Insert screenshot here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124712"/>
            <a:ext cx="7269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Order Ledger (注文台帳) redesigned table view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549640" y="960120"/>
            <a:ext cx="315468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0" y="11887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Manage Orders Quickly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778240" y="1600200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1. Use filters: requester, status, date, search.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778240" y="2167128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2. Check KPI cards for quick summary.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778240" y="2734056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3. Update status and tracking ID inline.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78240" y="3300984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4. Use CSV/PDF export for reports.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Catalog App | Screenshot Guide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14400" y="1280160"/>
            <a:ext cx="10332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17373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8A"/>
                </a:solidFill>
              </a:rPr>
              <a:t>Troubleshooting (Quick)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45920" y="2560320"/>
            <a:ext cx="89611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1. If only top-right items appear: refresh once; startup recovery is enabled.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2. If tabs are missing: check permissions in Admin panel.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3. If catalogs look empty: clear search box and verify stock/status.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4. If status timeline is missing: update status once to create history entry.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YUKEN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Catalog App Usage Guide</dc:title>
  <dc:subject>Screenshot-based usage guide</dc:subject>
  <dc:creator>Catalog App Team</dc:creator>
  <cp:lastModifiedBy>Catalog App Team</cp:lastModifiedBy>
  <cp:revision>1</cp:revision>
  <dcterms:created xsi:type="dcterms:W3CDTF">2026-04-06T06:58:33Z</dcterms:created>
  <dcterms:modified xsi:type="dcterms:W3CDTF">2026-04-06T06:58:33Z</dcterms:modified>
</cp:coreProperties>
</file>